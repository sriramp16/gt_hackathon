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Executive Insight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DC"/>
                </a:solidFill>
              </a:defRPr>
            </a:pPr>
            <a:r>
              <a:t>Automated Insight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</a:defRPr>
            </a:pPr>
            <a:r>
              <a:t>Generated: December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7B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KPI Summary</a:t>
            </a:r>
          </a:p>
          <a:p/>
          <a:p>
            <a:r>
              <a:t>- **total_volume**: 237609</a:t>
            </a:r>
          </a:p>
          <a:p>
            <a:r>
              <a:t>- **total_value**: {'user_id': 11038013665, 'app_code': 59188395, 'is_4g': 85851, 'is_click': 10862}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7B"/>
                </a:solidFill>
              </a:defRPr>
            </a:pPr>
            <a: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## Performance Analysis</a:t>
            </a:r>
          </a:p>
          <a:p/>
          <a:p>
            <a:r>
              <a:t>### Summary Statistics:</a:t>
            </a:r>
          </a:p>
          <a:p>
            <a:r>
              <a:t>- **user_id**: Mean=46454.52682768751, Median=46597.0, Std=26802.726666116265</a:t>
            </a:r>
          </a:p>
          <a:p>
            <a:r>
              <a:t>- **app_code**: Mean=249.09997096069594, Median=213.0, Std=135.21360889979172</a:t>
            </a:r>
          </a:p>
          <a:p>
            <a:r>
              <a:t>- **is_4g**: Mean=0.3613120715124427, Median=0.0, Std=0.48038175412328926</a:t>
            </a:r>
          </a:p>
          <a:p>
            <a:r>
              <a:t>- **is_click**: Mean=0.04571375663379754, Median=0.0, Std=0.2088640531175953</a:t>
            </a:r>
          </a:p>
          <a:p/>
          <a:p>
            <a:r>
              <a:t>### Outliers Detected:</a:t>
            </a:r>
          </a:p>
          <a:p>
            <a:r>
              <a:t>- **app_code**: 0 outliers detected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7B"/>
                </a:solidFill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1. **Data Quality**: Ensure all missing values are addressed before further analysis</a:t>
            </a:r>
          </a:p>
          <a:p>
            <a:pPr>
              <a:spcBef>
                <a:spcPts val="600"/>
              </a:spcBef>
              <a:defRPr sz="1400"/>
            </a:pPr>
            <a:r>
              <a:t>2. **Outlier Management**: Investigate and handle detected outliers appropriately</a:t>
            </a:r>
          </a:p>
          <a:p>
            <a:pPr>
              <a:spcBef>
                <a:spcPts val="600"/>
              </a:spcBef>
              <a:defRPr sz="1400"/>
            </a:pPr>
            <a:r>
              <a:t>3. **Performance Optimization**: Focus on top-performing segments</a:t>
            </a:r>
          </a:p>
          <a:p>
            <a:pPr>
              <a:spcBef>
                <a:spcPts val="600"/>
              </a:spcBef>
              <a:defRPr sz="1400"/>
            </a:pPr>
            <a:r>
              <a:t>4. **Monitoring**: Implement continuous monitoring of key metrics</a:t>
            </a:r>
          </a:p>
          <a:p>
            <a:pPr>
              <a:spcBef>
                <a:spcPts val="600"/>
              </a:spcBef>
              <a:defRPr sz="1400"/>
            </a:pPr>
            <a:r>
              <a:t>5. **Documentation**: Maintain detailed records of all changes and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5A7B"/>
                </a:solidFill>
              </a:defRPr>
            </a:pPr>
            <a:r>
              <a:t>About This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/>
            </a:pPr>
            <a:r>
              <a:t>Automated analysis using advanced data processing</a:t>
            </a:r>
          </a:p>
          <a:p>
            <a:pPr>
              <a:spcBef>
                <a:spcPts val="600"/>
              </a:spcBef>
              <a:defRPr sz="1400"/>
            </a:pPr>
            <a:r>
              <a:t>AI-powered insights generation</a:t>
            </a:r>
          </a:p>
          <a:p>
            <a:pPr>
              <a:spcBef>
                <a:spcPts val="600"/>
              </a:spcBef>
              <a:defRPr sz="1400"/>
            </a:pPr>
            <a:r>
              <a:t>Generated: December 03, 2025</a:t>
            </a:r>
          </a:p>
          <a:p>
            <a:pPr>
              <a:spcBef>
                <a:spcPts val="600"/>
              </a:spcBef>
              <a:defRPr sz="1400"/>
            </a:pPr>
            <a:r>
              <a:t>For questions, contact your data analytics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