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Executive Insight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DCDCDC"/>
                </a:solidFill>
              </a:defRPr>
            </a:pPr>
            <a:r>
              <a:t>Automated Insight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</a:defRPr>
            </a:pPr>
            <a:r>
              <a:t>Generated: December 03,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D5A7B"/>
                </a:solidFill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Analysis unavailable - Please check Grok API connection and credentials.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D5A7B"/>
                </a:solidFill>
              </a:defRPr>
            </a:pPr>
            <a:r>
              <a:t>Key Findings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Analysis unavailable - Please check Grok API connection and credentials.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D5A7B"/>
                </a:solidFill>
              </a:defRPr>
            </a:pPr>
            <a:r>
              <a:t>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Analysis unavailable - Please check Grok API connection and credentials.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D5A7B"/>
                </a:solidFill>
              </a:defRPr>
            </a:pPr>
            <a:r>
              <a:t>About This Report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Automated analysis using advanced data processing</a:t>
            </a:r>
          </a:p>
          <a:p>
            <a:pPr>
              <a:spcBef>
                <a:spcPts val="600"/>
              </a:spcBef>
              <a:defRPr sz="1400"/>
            </a:pPr>
            <a:r>
              <a:t>AI-powered insights generation</a:t>
            </a:r>
          </a:p>
          <a:p>
            <a:pPr>
              <a:spcBef>
                <a:spcPts val="600"/>
              </a:spcBef>
              <a:defRPr sz="1400"/>
            </a:pPr>
            <a:r>
              <a:t>Generated: December 03, 2025</a:t>
            </a:r>
          </a:p>
          <a:p>
            <a:pPr>
              <a:spcBef>
                <a:spcPts val="600"/>
              </a:spcBef>
              <a:defRPr sz="1400"/>
            </a:pPr>
            <a:r>
              <a:t>For questions, contact your data analytics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